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Static D2NN은 대기 난류를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보정할 수 있는가?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Sweep &amp; Distance Analysis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2026-04-06  |  D2NN Lab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480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Cn²=5×10⁻¹⁴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57400" y="4480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λ=1.55μm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4480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D2NN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23560" y="4480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f=6.5mm (SMF)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06640" y="4480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D2NN이 대기 난류를 보정할 수 있는가?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Setup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phase-only layers, 10mm spacing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Receiver: 2mm aperture, f=6.5mm lens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SMF-28 bucket: 10μm radius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pitch_rescale (2000 pairs/distance)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109728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0" y="1097280"/>
            <a:ext cx="6400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143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443 nm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32320" y="1143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WFE RMS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Maréchal 111nm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219456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2194560"/>
            <a:ext cx="6400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13232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Strehl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exp(-σ²)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329184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0" y="3291840"/>
            <a:ext cx="6400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-1.04 dB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132320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Vac–Turb gap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@10μm bucket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 Power  ≈  TP  ×  exp(–σ²_WFE)  ×  P_diffraction       →  Static mask: same correction for ALL samples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PIB 90%인데 왜 수신전력은 떨어지는가?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114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005840"/>
                <a:gridCol w="10058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PIB@10μm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 Power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PIB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8B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 of turb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 Bucket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8B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8B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2194560"/>
            <a:ext cx="4114800" cy="91440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22860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Filter 효과: </a:t>
            </a:r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D2NN이 에너지를 scatter해서 PIB 상승, 하지만 총 에너지(TP) 감소. Normalized PIB ≠ 수신전력.</a:t>
            </a:r>
            <a:endParaRPr lang="en-US" sz="1200" dirty="0"/>
          </a:p>
        </p:txBody>
      </p:sp>
      <p:pic>
        <p:nvPicPr>
          <p:cNvPr id="8" name="Image 0" descr="/root/dj/D2NN/kim2026/autoresearch/runs/0402-focal-new-losses-pitchrescale-3strat-cn2-5e14/20_encircled_energy_per_strate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914400"/>
            <a:ext cx="4114800" cy="2560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3566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Encircled Energy vs Radius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irradiance 25× 차이 ≠ 수신전력 25× 차이.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수신기는 면적에 걸쳐 적분 → 1.27× 차이만 발생.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최적의 손실함수는 무엇인가?</a:t>
            </a:r>
            <a:endParaRPr lang="en-US" sz="2800" dirty="0"/>
          </a:p>
        </p:txBody>
      </p:sp>
      <p:pic>
        <p:nvPicPr>
          <p:cNvPr id="5" name="Image 0" descr="/root/dj/D2NN/kim2026/autoresearch/runs/0402-focal-new-losses-pitchrescale-3strat-cn2-5e14/16_abs_power_histogram_per_strate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383280"/>
            <a:ext cx="73152" cy="137160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4747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Raw RP Loss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 = –log(bucket_energy / input_energy)
</a:t>
            </a:r>
            <a:endParaRPr lang="en-US" sz="18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reference 불필요. 절대 수신전력 직접 최대화. +6.4% vs turbulent.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거리에 따라 D2NN 효과는 어떻게 변하는가?</a:t>
            </a:r>
            <a:endParaRPr lang="en-US" sz="2800" dirty="0"/>
          </a:p>
        </p:txBody>
      </p:sp>
      <p:pic>
        <p:nvPicPr>
          <p:cNvPr id="5" name="Image 0" descr="/root/dj/D2NN/kim2026/autoresearch/runs/0405-distance-sweep-rawrp-f6p5mm/21_distance_sweep_summary_6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87782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D2NN이 실제로 무엇을 하고 있는가?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38404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097280"/>
                <a:gridCol w="1097280"/>
                <a:gridCol w="10058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Beam Shaping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 Correction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7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+84.7%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+90.6%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+93.2%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8B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+129.8%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8B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4688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Shaping: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Airy sidelobe → central peak redistribution (vacuum에도 작동)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 Correction: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강한 난류에서 통계적 모드 보정 (고차 Zernike Δ34~94nm)</a:t>
            </a:r>
            <a:endParaRPr lang="en-US" sz="1200" dirty="0"/>
          </a:p>
        </p:txBody>
      </p:sp>
      <p:pic>
        <p:nvPicPr>
          <p:cNvPr id="7" name="Image 0" descr="/root/dj/D2NN/kim2026/autoresearch/runs/0405-distance-sweep-rawrp-f6p5mm/L100m/focal_raw_received_power/15_phase_masks_5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914400"/>
            <a:ext cx="4297680" cy="1280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0" y="2240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L=100m: Concentric rings (beam shaper)</a:t>
            </a:r>
            <a:endParaRPr lang="en-US" sz="1000" dirty="0"/>
          </a:p>
        </p:txBody>
      </p:sp>
      <p:pic>
        <p:nvPicPr>
          <p:cNvPr id="9" name="Image 1" descr="/root/dj/D2NN/kim2026/autoresearch/runs/0405-distance-sweep-rawrp-f6p5mm/L3000m/focal_raw_received_power/15_phase_masks_5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651760"/>
            <a:ext cx="4297680" cy="12801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0" y="3977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L=3km: Complex pattern (shaping + correction)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7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D2NN = Diffractive Beam Shaper + Statistical Turbulence Corrector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다른 조건에서도 쓸 수 있는가?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1148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005840"/>
                <a:gridCol w="1188720"/>
                <a:gridCol w="12801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D2NN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D2NN(3km)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D2NN(local)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8B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+90.6%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–60.5%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8B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–70.5%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8B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8B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108960"/>
            <a:ext cx="4114800" cy="8229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2004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3km 모델 → 500m: –60.5%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D2NN = operating condition 전용</a:t>
            </a:r>
            <a:endParaRPr lang="en-US" sz="1300" dirty="0"/>
          </a:p>
        </p:txBody>
      </p:sp>
      <p:pic>
        <p:nvPicPr>
          <p:cNvPr id="8" name="Image 0" descr="/root/dj/D2NN/kim2026/autoresearch/runs/0405-distance-sweep-rawrp-f6p5mm/22_cross_distance_3km_model/focal_L1000m_3km_vs_lo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914400"/>
            <a:ext cx="411480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4206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L=1km: 3km model(3번째) vs local model(4번째)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Conclusions &amp;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11480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20700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143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PIB ≠ 수신전력. Throughput이 핵심.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411480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075688"/>
            <a:ext cx="457200" cy="457200"/>
          </a:xfrm>
          <a:prstGeom prst="ellipse">
            <a:avLst/>
          </a:prstGeom>
          <a:solidFill>
            <a:srgbClr val="E07A2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011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RP loss가 최적. Vacuum reference 불필요.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411480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944368"/>
            <a:ext cx="457200" cy="457200"/>
          </a:xfrm>
          <a:prstGeom prst="ellipse">
            <a:avLst/>
          </a:prstGeom>
          <a:solidFill>
            <a:srgbClr val="48BB7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880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 = beam shaper + statistical corrector.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장거리(D/r₀&gt;7)에서 +5 dB, deep fade +8 dB.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411480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813048"/>
            <a:ext cx="457200" cy="45720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D2NN은 조건 전용. 범용 불가.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29200" y="1554480"/>
            <a:ext cx="36576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1600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Cn² sweep — 난류 세기별 D2NN 최적 조건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2194560"/>
            <a:ext cx="36576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2240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Switchable masks — 거리/난류별 2–3세트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0" y="2834640"/>
            <a:ext cx="36576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2880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D2NN — Zernike 기반 (100 params)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3474720"/>
            <a:ext cx="36576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AO(저차) + D2NN(고차)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6177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Static D2NN의 한계를 이해하는 것이 Dynamic D2NN 설계의 출발점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D2NN Seminar</dc:title>
  <dc:subject>PptxGenJS Presentation</dc:subject>
  <dc:creator>D2NN Lab</dc:creator>
  <cp:lastModifiedBy>D2NN Lab</cp:lastModifiedBy>
  <cp:revision>1</cp:revision>
  <dcterms:created xsi:type="dcterms:W3CDTF">2026-04-06T04:52:14Z</dcterms:created>
  <dcterms:modified xsi:type="dcterms:W3CDTF">2026-04-06T04:52:14Z</dcterms:modified>
</cp:coreProperties>
</file>