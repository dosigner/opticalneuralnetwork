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D2NN vs MPLC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Turbulence Mitigation Approaches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7432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Lab  |  April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D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Similarity, Fundamental Differences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Both Are Multi-Plane Phase Systems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5303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phase-only masks + free-space propagation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transformation (energy conservation)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Fourier / Fresnel transforms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mask → Propagate → Phase mask → 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Uₗ₊₁ = P_d { Uₗ · exp(iφₗ) 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035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188720"/>
            <a:ext cx="5303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Analytically designed (wavefront matching algorithm)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training (stochastic gradient descent)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— different response per realization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same fixed mask for all inputs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MPLC: Hermite-Gaussian Mode Decomposition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(x,y) = Σ c</a:t>
            </a:r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1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ψ</a:t>
            </a:r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(x,y)      →      MPLC separates each ψ</a:t>
            </a:r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algn="ctr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a different spatial 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input into orthogonal HG/LG modes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 sorted to separate spatial channel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 phase/amplitude measurement possible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corrected beam by selective recombination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ADAPTIVE control for turbulence correction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mode sensing + feedback loop needed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Cailabs (commercial), Morizur et al. JOSA A 2010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D2NN: Statistical Energy Redistribution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−log( E_bucket / E_input + ε 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(static) masks trained on turbulence ensemble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 decomposition — same transformation for ALL realizations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ensemble-average received power in focal bucket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NOT wavefront correction (WF RMS unchanged at ~442nm)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PSF reshaping + deep fade floor lifting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— zero power consumption, no sensing required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preserved (0.88–0.996) without explicit penalty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Head-to-Head Comparison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51960"/>
                <a:gridCol w="4251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MPLC (Adaptive)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D2NN (Static)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(WFM)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(SGD)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decomposition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redistribution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 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 (per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 (WF RMS unchanged)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Turbulence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— 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— ensemble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Consumption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(sensing + control)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(passive)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(detector + SLM + FPGA)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(fixed diffractive element)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correction 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+6% to +223% RP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Fade 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(adaptive)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(8 dB at 3 km)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(SLM, detector, FPGA)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(fabricated once)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by Turbulence Regime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474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D/r₀ &lt;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correction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Strehl → 1.0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PSF reshaping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+91% RP (diffractive lens effect)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097280"/>
            <a:ext cx="3474720" cy="5029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097280"/>
            <a:ext cx="3474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D/r₀ = 3–5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651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correction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mode 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"Correction gap"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+6–9% (static vs random)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097280"/>
            <a:ext cx="3474720" cy="5029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097280"/>
            <a:ext cx="3474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D/r₀ &gt; 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2651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Scintillation limits sensing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4297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 effective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+77% to +223% fade mitigation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excels where MPLC struggles (deep turbulence) and vice versa (moderate turbulence)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Should We Call This?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0352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"turbulence compensation"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wavefront correction occurs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"adaptive optics"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5303520" cy="14630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TERMS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5544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Turbulence-resilient passive beam shaping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Ensemble-optimized diffractive spatial filter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diffractive fade mitigation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"Mitigation"?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power +6–223%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fades reduced by 8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power consumption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 RMS unchanged (~442 nm)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per-realization 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at moderate turbulence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Complementary Hybrid: D2NN + MPLC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286000" cy="109728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08960" y="1188720"/>
            <a:ext cx="2286000" cy="10972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0" y="1188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(Passive Stage 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22860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188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(Active Stage 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188720"/>
            <a:ext cx="2286000" cy="10972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188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Works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03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7315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Dynamic Range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compresses fade depth → MPLC detector needs less dynamic range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5303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291840"/>
            <a:ext cx="7315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Update Rate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Pre-stabilized beam → MPLC can operate at slower refresh rate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5303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MPLC fails, D2NN still provides baseline improvement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937760"/>
            <a:ext cx="5303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4937760"/>
            <a:ext cx="7315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5486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MPLC (fewer modes) needed after D2NN pre-conditioning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and MPLC share the same architecture (multi-plane phase + propagation)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 = adaptive mode decomposition;  D2NN = static statistical optimization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is NOT turbulence "correction" — it's turbulence "resilience"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advantage: zero power, simple fabrication, effective in deep turbulence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 advantage: true wavefront correction, full mode control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5778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D2NN (passive) + MPLC (active) hybrid could combine strengths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D2NN vs MPLC: Atmospheric Turbulence Mitigation</dc:title>
  <dc:subject>PptxGenJS Presentation</dc:subject>
  <dc:creator>Kim Lab</dc:creator>
  <cp:lastModifiedBy>Kim Lab</cp:lastModifiedBy>
  <cp:revision>1</cp:revision>
  <dcterms:created xsi:type="dcterms:W3CDTF">2026-04-06T04:46:12Z</dcterms:created>
  <dcterms:modified xsi:type="dcterms:W3CDTF">2026-04-06T04:46:12Z</dcterms:modified>
</cp:coreProperties>
</file>