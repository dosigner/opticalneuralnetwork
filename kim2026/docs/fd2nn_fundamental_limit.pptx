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Static Fourier-Plane Phase Mask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Struggles With Random Turbulence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제한된 가정의 수학적 힌트와 현재 4f sweep의 보수적 재해석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Lab  |  2026-04-06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Kolmogorov PSD: Helpful, But Not Enough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64008" cy="32004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Power Spectral Density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Kolmogorov:</a:t>
            </a:r>
            <a:endParaRPr lang="en-US" sz="1600" dirty="0"/>
          </a:p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Φ(κ) = 0.023 r₀⁻⁵ᐟ³ · κ⁻¹¹ᐟ³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Kármán: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Φ(κ) = 0.023 r₀⁻⁵ᐟ³ (κ²+κ₀²)⁻¹¹ᐟ⁶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64008" cy="3200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"Log-log에서 직선이니까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Fourier mask로 쉽게 보정할 수 있지 않을까?"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PSD는 2차 통계량.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realization-level 복원에는 추가 prior가 필요하다.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PSD = ⟨|ψ̂(κ)|²⟩  ←  phase-sensitive information은 직접 남지 않는다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PSD Does Not Specify A Realization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ψ̂(κ) = </a:t>
            </a:r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|ψ̂(κ)|</a:t>
            </a:r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exp( j · </a:t>
            </a:r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θ(κ)</a:t>
            </a:r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         </a:t>
            </a:r>
            <a:pPr indent="0" marL="0">
              <a:buNone/>
            </a:pPr>
            <a:r>
              <a:rPr lang="en-US" sz="16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toy prior: θ(κ) ~ Uniform[0, 2π]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비유: 주사위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PSD가 알려주는 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"각 면이 나올 확률 = 1/6"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주파수별 에너지 분포 (통계)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65192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보정에 필요한 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"이번에 나온 면 자체"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이번 realization의 θ(κ) + 추가 sensing/prior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Static Fourier Multiplier의 한계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Mask: </a:t>
            </a:r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H(κ) = exp( j · Δφ(κ) )</a:t>
            </a:r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매 입력마다 동일한 고정값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solidFill>
            <a:srgbClr val="3D142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Need: </a:t>
            </a:r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H_ideal(κ) = exp( -j · θ_turb(κ) )</a:t>
            </a:r>
            <a:pPr indent="0" marL="0">
              <a:buNone/>
            </a:pPr>
            <a:r>
              <a:rPr lang="en-US" sz="15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single realization마다 달라짐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example: 3개 realization에서 주파수 κ₀의 위상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8046720" cy="109728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371600"/>
                <a:gridCol w="21945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θ_turb(κ₀)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Δφ(κ₀)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보정 후 잔차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Realization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47° - 90° = -43°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악화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Realization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203° - 90° = 113°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악화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Realization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85° - 90° = -5°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운 좋게 맞음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제약 없는 Wiener Filter가 주는 힌트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derivation: single complex scalar Wiener filter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단일 주파수에서 앙상블 평균 MSE 최소화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minimize  E[ |H(κ)·û_turb(κ) - û_vac(κ)|² 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2.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 없는 복소 스칼라 최적해: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H_opt(κ) = ⟨û_vac · û_turb*⟩ / ⟨|û_turb|²⟩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단순화 가정: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û_turb(κ) = û_vac(κ) · exp(jθ),   |A| and θ independent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⟨û_vac · û_turb*⟩ = ⟨|A|² · exp(-j·θ)⟩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≈ ⟨|A|²⟩ · ⟨exp(-j·θ)⟩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4.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prior: θ ~ Uniform[0, 2π]  →  </a:t>
            </a:r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⟨exp(-jθ)⟩ = 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8046720" cy="502920"/>
          </a:xfrm>
          <a:prstGeom prst="rect">
            <a:avLst/>
          </a:prstGeom>
          <a:solidFill>
            <a:srgbClr val="C97A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this toy model, unconstrained H_opt(κ) can collapse toward 0.  This is not a direct proof for phase-only multilayer FD2NN.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 4f FD2NN Sweep: 제한된 경험적 증거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Architecture:  Input → Lens(f) → [Mask₁ →ASM(z)→ ... → Mask₅] → Lens(f) → Focal Lens → PIB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280160"/>
                <a:gridCol w="1097280"/>
                <a:gridCol w="109728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dx_f [μm]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fPIB@10μm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f=10.0mm, z=1.0mm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악화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f=10.0mm, z=3.0mm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악화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f=10.0mm, z=5.0mm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악화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f=25.0mm, z=1.0mm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소폭 개선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6616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small-f branch (10mm)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dx_f로 층간 Fresnel spread는 커진다.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현재 sweep에서는 tested z 전 범위에서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PIB를 넘지 못했다.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356616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65192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30352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large-f branch (25mm)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dx_f로 층간 spread는 약해진다.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tested point에서는 +0.010 수준의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소폭 개선만 관찰됐다.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82803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table values are from final results.json in the 0405 4f sweep run family.  This slide is evidence, not an impossibility theorem.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f-z Sweep More Carefully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64008" cy="2286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10 mm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1mm step gives ~27.1 px Fresnel spread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smaller dx_f means stronger layer-to-layer coupling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this sweep still degraded PIB at z=1,3,5mm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cause may mix diffraction, sampling, and optimization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64008" cy="2286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25 mm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1mm step gives ~4.3 px Fresnel spread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larger dx_f keeps propagation closer to near-field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inter-layer mixing is weaker in the tested geometry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observed gain stayed small in this run family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Approx. Fresnel spread (pixels) ≈ z · λ / dx_fourier²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dx_fourier = λf/(N·dx)  →  f↑ 하면 dx_f↑  →  spread↓  →  coupling 약화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Architectures May Help Differently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2743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4f FD2NN Sweep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Fourier-plane phase-only stack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realization mismatch에 민감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this sweep did not show a large gain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 this run family: Δ PIB = +0.010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baseline family, final test numbers)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64008" cy="2743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Spatial-D2NN Reports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output-plane energy redistribution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mode-conversion-like behavior can help PIB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but this deck does not present an apples-to-apples comparison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a hypothesis, not as proof of superiority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metric / same baseline / same propagation needed)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93192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may differ from phase correction, but this still needs a controlled apples-to-apples experiment.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Conclusion: What This Deck Can Safely Claim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PSD만으로 realization-level 보정을 결정할 수는 없다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PSD는 2차 통계량이다. inversion에는 추가 prior / sensing / operator analysis가 필요하다.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Wiener derivation은 single unconstrained filter의 힌트일 뿐이다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phase-only multilayer FD2NN의 직접 proof로 쓰면 안 된다.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0405 4f sweep에서는 큰 개선이 관찰되지 않았다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best final-test gain in this family: Δ PIB = +0.010.  이건 empirical evidence이지 impossibility theorem은 아니다.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claims need stricter controls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alias-safe propagation, consistent metrics, and apples-to-apples spatial-vs-Fourier comparison are still required.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Fourier-Plane Phase Mask Limits in a 4f FD2NN Sweep</dc:title>
  <dc:subject>PptxGenJS Presentation</dc:subject>
  <dc:creator>D2NN Lab</dc:creator>
  <cp:lastModifiedBy>D2NN Lab</cp:lastModifiedBy>
  <cp:revision>1</cp:revision>
  <dcterms:created xsi:type="dcterms:W3CDTF">2026-04-06T05:20:35Z</dcterms:created>
  <dcterms:modified xsi:type="dcterms:W3CDTF">2026-04-06T05:20:35Z</dcterms:modified>
</cp:coreProperties>
</file>