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FD2NN 4f Multi-layer Sweep</a:t>
            </a:r>
            <a:endParaRPr lang="en-US" sz="3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실험 결과 보고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</a:rPr>
              <a:t>Architecture: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 → Lens(f) → [Mask₁→ASM(z)→...→Mask₅] → Lens(f) → Focal Lens(6.5mm) → PIB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Sweep: 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∈ {10, 25}mm × z ∈ {1, 3, 5}mm = 6 configs</a:t>
            </a:r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Loss: focal_raw_received_power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2026-04-06  |  D2NN Lab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Focal PIB @10μm — 전체 결과</a:t>
            </a:r>
            <a:endParaRPr lang="en-US" sz="2800" dirty="0"/>
          </a:p>
        </p:txBody>
      </p:sp>
      <p:pic>
        <p:nvPicPr>
          <p:cNvPr id="3" name="Image 0" descr="/root/dj/D2NN/kim2026/docs/fd2nn_sweep_figures/fig1_pib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229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 × z Sweep Heatmap</a:t>
            </a:r>
            <a:endParaRPr lang="en-US" sz="2800" dirty="0"/>
          </a:p>
        </p:txBody>
      </p:sp>
      <p:pic>
        <p:nvPicPr>
          <p:cNvPr id="3" name="Image 0" descr="/root/dj/D2NN/kim2026/docs/fd2nn_sweep_figures/fig2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822960"/>
            <a:ext cx="69494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정량적 결과 요약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8595360" cy="2011680"/>
        </p:xfrm>
        <a:graphic>
          <a:graphicData uri="http://schemas.openxmlformats.org/drawingml/2006/table">
            <a:tbl>
              <a:tblPr/>
              <a:tblGrid>
                <a:gridCol w="1463040"/>
                <a:gridCol w="640080"/>
                <a:gridCol w="640080"/>
                <a:gridCol w="822960"/>
                <a:gridCol w="640080"/>
                <a:gridCol w="1005840"/>
                <a:gridCol w="914400"/>
                <a:gridCol w="731520"/>
                <a:gridCol w="731520"/>
              </a:tblGrid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(mm)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(mm)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dx_f (μm)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z/z_R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fPIB@10μm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 PIB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f10mm_z1mm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f10mm_z3mm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-0.285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f10mm_z5mm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f25mm_z1mm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f25mm_z3mm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738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f25mm_z5mm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(no D2NN): fPIB@10μm = 0.575, CO = 0.268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457200" y="356616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3566160"/>
            <a:ext cx="64008" cy="12801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657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f=10mm: 모두 baseline 미달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z/z_R &gt; 0.67 → defocus 심각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학습이 PIB 0.3%→37.7%로 복구했지만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baseline(57.5%)까지 못 도달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846320" y="356616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846320" y="3566160"/>
            <a:ext cx="64008" cy="12801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/>
          <p:nvPr/>
        </p:nvSpPr>
        <p:spPr>
          <a:xfrm>
            <a:off x="5120640" y="36576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f=25mm: baseline과 동등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z/z_R &lt; 0.1 → defocus 없음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baseline에서 시작하지만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회절 mixing 부족 → Δ=+0.01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Loss Curves</a:t>
            </a:r>
            <a:endParaRPr lang="en-US" sz="2800" dirty="0"/>
          </a:p>
        </p:txBody>
      </p:sp>
      <p:pic>
        <p:nvPicPr>
          <p:cNvPr id="3" name="Image 0" descr="/root/dj/D2NN/kim2026/docs/fd2nn_sweep_figures/fig3_loss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26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f=10mm: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&gt; 1.0 (exp(-1.0) ≈ 37% RP). z↑일수록 수렴이 느리고 final loss 높음.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f=25mm: </a:t>
            </a:r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&lt; 1.0 달성 (exp(-0.63) ≈ 53% RP). 더 효율적인 에너지 집중.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Throughput &amp; Complex Overlap</a:t>
            </a:r>
            <a:endParaRPr lang="en-US" sz="2800" dirty="0"/>
          </a:p>
        </p:txBody>
      </p:sp>
      <p:pic>
        <p:nvPicPr>
          <p:cNvPr id="3" name="Image 0" descr="/root/dj/D2NN/kim2026/docs/fd2nn_sweep_figures/fig4_tp_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393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≈ 1.0 (모든 config에서 에너지 보존). CO는 모두 baseline(0.268) 미달 — static mask의 근본적 한계.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물리적 해석: Diffraction Regime</a:t>
            </a:r>
            <a:endParaRPr lang="en-US" sz="2800" dirty="0"/>
          </a:p>
        </p:txBody>
      </p:sp>
      <p:pic>
        <p:nvPicPr>
          <p:cNvPr id="3" name="Image 0" descr="/root/dj/D2NN/kim2026/docs/fd2nn_sweep_figures/fig5_regi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77240"/>
            <a:ext cx="76809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학습된 Phase Masks (Layer 1 &amp; 5)</a:t>
            </a:r>
            <a:endParaRPr lang="en-US" sz="2800" dirty="0"/>
          </a:p>
        </p:txBody>
      </p:sp>
      <p:pic>
        <p:nvPicPr>
          <p:cNvPr id="3" name="Image 0" descr="/root/dj/D2NN/kim2026/docs/fd2nn_sweep_figures/fig6_phase_mas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777240"/>
            <a:ext cx="8778240" cy="3749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f=10mm masks: 강한 패턴 (학습이 defocus 보상 시도). f=25mm masks: 약한 패턴 (거의 flat → 기존 빔 유지).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결론 및 시사점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f-z 딜레마 확인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f↓: 회절 mixing 강하지만 defocus로 baseline 미달 (최대 -0.324)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f↑: 안정적이지만 회절 mixing 약해 실질 효과 없음 (+0.010)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Spatial D2NN 대비 열위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Spatial D2NN: PIB +0.240 (mode conversion)  vs  FD2NN: PIB +0.010 (Fourier 위상 보정 한계)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근본 원인: Static mask로 랜덤 위상 보정 불가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Wiener filter 최적해 H_opt → 0. PSD가 단순해도 개별 realization의 θ(κ)는 매번 랜덤.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향후 방향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Adaptive mask (CNN 기반 per-input mask 생성) 또는 Spatial D2NN에 집중.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FD2NN 4f Multi-layer Sweep Results</dc:title>
  <dc:subject>PptxGenJS Presentation</dc:subject>
  <dc:creator>D2NN Lab</dc:creator>
  <cp:lastModifiedBy>D2NN Lab</cp:lastModifiedBy>
  <cp:revision>1</cp:revision>
  <dcterms:created xsi:type="dcterms:W3CDTF">2026-04-06T11:47:57Z</dcterms:created>
  <dcterms:modified xsi:type="dcterms:W3CDTF">2026-04-06T11:47:57Z</dcterms:modified>
</cp:coreProperties>
</file>